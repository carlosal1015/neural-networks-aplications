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f3c41f0a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f3c41f0a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340099c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340099c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340099c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340099c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3c41f0a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3c41f0a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340099c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340099c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340099c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1340099c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340099c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340099c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40099c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340099c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f3c41f0a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f3c41f0a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3c41f0a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f3c41f0a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3c41f0a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f3c41f0a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340099c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340099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340099c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1340099c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1340099c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1340099c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340099c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1340099c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1340099c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1340099c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1340099c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1340099c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1340099c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1340099c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1340099c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1340099c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1340099c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1340099c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1340099c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1340099c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1340099c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1340099c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1340099c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1340099c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f3c41f0a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f3c41f0a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hyperlink" Target="https://arxiv.org/pdf/2308.0846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10" Type="http://schemas.openxmlformats.org/officeDocument/2006/relationships/image" Target="../media/image32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ciencedirect.com/science/article/abs/pii/S0021999118307125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43.png"/><Relationship Id="rId5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Physics informed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neural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PINN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Ordinary differential equations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00" y="1306350"/>
            <a:ext cx="5594526" cy="345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250" y="514700"/>
            <a:ext cx="2526951" cy="7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667" y="1674217"/>
            <a:ext cx="2724799" cy="6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9420" y="2571746"/>
            <a:ext cx="1484355" cy="5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7825" y="3369600"/>
            <a:ext cx="2086325" cy="7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Partial differential equations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75" y="1102750"/>
            <a:ext cx="5208776" cy="38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9951" y="484975"/>
            <a:ext cx="3188250" cy="2223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4377" y="2978225"/>
            <a:ext cx="2031674" cy="16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General formulation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00" y="1597450"/>
            <a:ext cx="8839203" cy="23493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624550" y="4290275"/>
            <a:ext cx="273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https://arxiv.org/pdf/2308.08468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Solving with neural networks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38" y="1050375"/>
            <a:ext cx="6300119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Residual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25" y="2121150"/>
            <a:ext cx="8274676" cy="11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50" y="1214100"/>
            <a:ext cx="8520601" cy="483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10525" y="3783175"/>
            <a:ext cx="81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we compare this residual with Equation (2.1), we know that it must be 0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Residual loss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24" y="1211600"/>
            <a:ext cx="7239226" cy="10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70275" y="2390650"/>
            <a:ext cx="81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Using automatic differentiation, we can calculate the residual for each (t,x) in out training database, giving us the residual loss: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6325" y="3269725"/>
            <a:ext cx="3577800" cy="10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5">
            <a:alphaModFix/>
          </a:blip>
          <a:srcRect b="39882" l="0" r="0" t="24125"/>
          <a:stretch/>
        </p:blipFill>
        <p:spPr>
          <a:xfrm>
            <a:off x="6884369" y="315925"/>
            <a:ext cx="1947919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6450" y="319378"/>
            <a:ext cx="1947919" cy="8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Initial condition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initial condition is a function that must be replicated on t = 0 (ODE or PDE)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The loss here can be defined as the distance on t=0 to g(x):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5943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300" y="485388"/>
            <a:ext cx="3939000" cy="4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613" y="2382650"/>
            <a:ext cx="3938999" cy="780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6038" y="3546252"/>
            <a:ext cx="3490131" cy="7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Boundary conditions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In a PDE, the boundary condition define how the function behaves in the boundary of the spatial domain. B[u(x,t)] must be zero for all t,x in boundary.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0350" y="611450"/>
            <a:ext cx="3671949" cy="4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525" y="2083275"/>
            <a:ext cx="2774925" cy="27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8025" y="2151893"/>
            <a:ext cx="3671951" cy="839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88" y="3211725"/>
            <a:ext cx="3180113" cy="8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Error function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Equation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Initial condition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Boundary conditions</a:t>
            </a:r>
            <a:endParaRPr b="1"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625" y="1560625"/>
            <a:ext cx="2670225" cy="75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60625"/>
            <a:ext cx="4332724" cy="58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5743" y="2495268"/>
            <a:ext cx="3078974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1907" y="2571747"/>
            <a:ext cx="2681544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1125" y="3529222"/>
            <a:ext cx="2120076" cy="4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6026" y="3431138"/>
            <a:ext cx="2793273" cy="6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9793" y="468343"/>
            <a:ext cx="3950526" cy="4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18702" y="4317424"/>
            <a:ext cx="3516297" cy="5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Training loop  (see implementation)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477900" y="1239300"/>
            <a:ext cx="8245800" cy="2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each step: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Compute points for boundary and initial conditions so we can evaluate the losses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Compute points uniformly on the domain so we can evaluate residual loss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Backpropagate the gradients from the loss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AutoNum type="arabicPeriod"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Update the parameters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1125900" y="3717900"/>
            <a:ext cx="717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Physics-informed neural networks: A deep learning framework for solving forward and inverse problems involving nonlinear partial differential equations - ScienceDirect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161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161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65349"/>
            <a:ext cx="43815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199" cy="161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65349"/>
            <a:ext cx="43815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2500" y="2263450"/>
            <a:ext cx="3108600" cy="24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Burgers equation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300" y="1063225"/>
            <a:ext cx="5605201" cy="39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</a:t>
            </a:r>
            <a:r>
              <a:rPr lang="pt-BR"/>
              <a:t> equations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</a:t>
            </a:r>
            <a:r>
              <a:rPr lang="pt-BR"/>
              <a:t> equations</a:t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7242" y="1222017"/>
            <a:ext cx="2063049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</a:t>
            </a:r>
            <a:r>
              <a:rPr lang="pt-BR"/>
              <a:t> equations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200" y="2139475"/>
            <a:ext cx="4626599" cy="249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7242" y="1222017"/>
            <a:ext cx="2063049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Schrödinger equations</a:t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00" y="1275325"/>
            <a:ext cx="4075799" cy="12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800" y="1676275"/>
            <a:ext cx="5631001" cy="3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/>
        </p:nvSpPr>
        <p:spPr>
          <a:xfrm>
            <a:off x="639900" y="3418200"/>
            <a:ext cx="15795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(f evaluated on 20.000 points)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442" y="3028317"/>
            <a:ext cx="2063049" cy="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300" y="2989225"/>
            <a:ext cx="1710600" cy="3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300" y="2989225"/>
            <a:ext cx="1710600" cy="39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200" y="2951850"/>
            <a:ext cx="2382479" cy="39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/>
          <p:nvPr/>
        </p:nvSpPr>
        <p:spPr>
          <a:xfrm>
            <a:off x="3450600" y="3045925"/>
            <a:ext cx="12069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600" y="2943775"/>
            <a:ext cx="5735918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9825" y="621600"/>
            <a:ext cx="2382479" cy="3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600" y="2943775"/>
            <a:ext cx="5735918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194775"/>
            <a:ext cx="8839203" cy="779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6200" y="3827838"/>
            <a:ext cx="2215725" cy="3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 txBox="1"/>
          <p:nvPr/>
        </p:nvSpPr>
        <p:spPr>
          <a:xfrm>
            <a:off x="1347450" y="3801450"/>
            <a:ext cx="6420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approximate                                      using: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9825" y="621600"/>
            <a:ext cx="2382479" cy="3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Navier-Stokes system of equations</a:t>
            </a:r>
            <a:endParaRPr/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50" y="1315825"/>
            <a:ext cx="6659700" cy="10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21025"/>
            <a:ext cx="8839201" cy="20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9825" y="621600"/>
            <a:ext cx="2382479" cy="39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50" y="2767127"/>
            <a:ext cx="7545706" cy="220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Exercises</a:t>
            </a:r>
            <a:endParaRPr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Finish the implementation for burgers equation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Solve the following system of equations, known as Lotka-Volterra: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500" y="2022600"/>
            <a:ext cx="2727275" cy="15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